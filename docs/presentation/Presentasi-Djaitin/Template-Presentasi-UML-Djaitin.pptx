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pic>
        <p:nvPicPr>
          <p:cNvPr id="4" name="Image 0" descr="/mnt/c/laragon/www/djaitin/docs/presentation/Presentasi-Djaitin/diagrams/logo-djait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31520"/>
            <a:ext cx="1691640" cy="8503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21031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D21A"/>
                </a:solidFill>
              </a:rPr>
              <a:t>Template Presentasi UML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77240" y="256032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Sistem Informasi Manajemen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Djaitin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22960" y="3886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</a:rPr>
              <a:t>Template bersih untuk menaruh diagram final dari draw.io / Mermaid.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58064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D8FF"/>
                </a:solidFill>
              </a:rPr>
              <a:t>Catatan export: Mermaid image gunakan light mode + non-transparent. Diagram lain aman memakai transparent sesuai kebutuhan.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pic>
        <p:nvPicPr>
          <p:cNvPr id="4" name="Image 0" descr="/mnt/c/laragon/www/djaitin/docs/presentation/Presentasi-Djaitin/diagrams/logo-djait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46888"/>
            <a:ext cx="1143000" cy="576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UML Djaitin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828800" y="6537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SIM Konveksi • Tailor • Ready-to-Wear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66928" y="3931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Alur Presentasi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85216" y="8046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Silakan isi nama kelompok, kelas, dan detail kampus pada slide pembuka bila perlu.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22960" y="1234440"/>
            <a:ext cx="4892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1234440"/>
            <a:ext cx="73152" cy="86868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137160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1. Konteks Sistem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24128" y="1673352"/>
            <a:ext cx="457200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Masalah bisnis dan scope Djaitin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55080" y="1234440"/>
            <a:ext cx="4892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55080" y="1234440"/>
            <a:ext cx="73152" cy="86868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56248" y="137160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2. Elisitasi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556248" y="1673352"/>
            <a:ext cx="457200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Tahap I, MDI, TOE/HML, final draft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22960" y="2560320"/>
            <a:ext cx="4892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2560320"/>
            <a:ext cx="73152" cy="86868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24128" y="269748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3. Use Case Diagram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024128" y="2999232"/>
            <a:ext cx="457200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Aktor dan layanan sistem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355080" y="2560320"/>
            <a:ext cx="4892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55080" y="2560320"/>
            <a:ext cx="73152" cy="86868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56248" y="269748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4. Activity Diagram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556248" y="2999232"/>
            <a:ext cx="457200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Alur aktivitas per proses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22960" y="3886200"/>
            <a:ext cx="4892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2960" y="3886200"/>
            <a:ext cx="73152" cy="86868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24128" y="402336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5. Sequence Diagram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024128" y="4325112"/>
            <a:ext cx="457200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Interaksi runtime per skenario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355080" y="3886200"/>
            <a:ext cx="4892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55080" y="3886200"/>
            <a:ext cx="73152" cy="86868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56248" y="402336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6. Class Diagram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556248" y="4325112"/>
            <a:ext cx="457200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Struktur class dan relasi domain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pic>
        <p:nvPicPr>
          <p:cNvPr id="4" name="Image 0" descr="/mnt/c/laragon/www/djaitin/docs/presentation/Presentasi-Djaitin/diagrams/logo-djait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46888"/>
            <a:ext cx="1143000" cy="576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UML Djaitin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828800" y="6537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SIM Konveksi • Tailor • Ready-to-Wear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66928" y="3931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Konteks Sistem Djaitin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85216" y="8046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Ringkasan area bisnis yang dimodelkan dalam UML.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85800" y="1234440"/>
            <a:ext cx="33832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1234440"/>
            <a:ext cx="73152" cy="132588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6968" y="1371600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Layanan Inti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86968" y="1673352"/>
            <a:ext cx="3063240" cy="795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Tailor/custom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Ready-to-wear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Order konveksi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434840" y="1234440"/>
            <a:ext cx="33832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1234440"/>
            <a:ext cx="73152" cy="132588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36008" y="1371600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Transaksi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636008" y="1673352"/>
            <a:ext cx="3063240" cy="795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DP minimal 50%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Tunai dan transfer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Nota dan kwitansi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183880" y="1234440"/>
            <a:ext cx="33832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83880" y="1234440"/>
            <a:ext cx="73152" cy="132588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85048" y="1371600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Operasional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385048" y="1673352"/>
            <a:ext cx="3063240" cy="795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Customer dan ukuran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Master 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Produksi, pengiriman, laporan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22960" y="2971800"/>
            <a:ext cx="105613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5240">
            <a:solidFill>
              <a:srgbClr val="2F70B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05840" y="3154680"/>
            <a:ext cx="10195560" cy="2286000"/>
          </a:xfrm>
          <a:prstGeom prst="roundRect">
            <a:avLst>
              <a:gd name="adj" fmla="val 1600"/>
            </a:avLst>
          </a:prstGeom>
          <a:solidFill>
            <a:srgbClr val="F3F8FF"/>
          </a:solidFill>
          <a:ln w="8890">
            <a:solidFill>
              <a:srgbClr val="BFD7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43000" y="404164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70B8"/>
                </a:solidFill>
              </a:rPr>
              <a:t>PLACEHOLDER: screenshot / arsitektur ringkas sistem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188720" y="4370832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Opsional: taruh screenshot dashboard atau diagram konteks sederhana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pic>
        <p:nvPicPr>
          <p:cNvPr id="4" name="Image 0" descr="/mnt/c/laragon/www/djaitin/docs/presentation/Presentasi-Djaitin/diagrams/logo-djait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146304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42316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01 • Elisitasi Kebutuhan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04672" y="31363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BFF"/>
                </a:solidFill>
              </a:rPr>
              <a:t>Dari kebutuhan mentah menuju final draft requirement.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 rot="1500000">
            <a:off x="8503920" y="-365760"/>
            <a:ext cx="3931920" cy="3931920"/>
          </a:xfrm>
          <a:prstGeom prst="arc">
            <a:avLst/>
          </a:prstGeom>
          <a:noFill/>
          <a:ln w="88900">
            <a:solidFill>
              <a:srgbClr val="FFD21A">
                <a:alpha val="88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pic>
        <p:nvPicPr>
          <p:cNvPr id="4" name="Image 0" descr="/mnt/c/laragon/www/djaitin/docs/presentation/Presentasi-Djaitin/diagrams/logo-djait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46888"/>
            <a:ext cx="1143000" cy="576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UML Djaitin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828800" y="6537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SIM Konveksi • Tailor • Ready-to-Wear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66928" y="3931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Metode Elisitasi MDI dan TOE/HML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85216" y="8046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Gunakan slide ini untuk menjelaskan metodologi penentuan scope.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" y="123444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1234440"/>
            <a:ext cx="73152" cy="182880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1371600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Tahap I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32688" y="1673352"/>
            <a:ext cx="3063240" cy="1298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Requirement mentah dikumpulkan dari observasi, wawancara, dan arahan client.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407408" y="123444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07408" y="1234440"/>
            <a:ext cx="73152" cy="182880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08576" y="1371600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Tahap II — MDI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608576" y="1673352"/>
            <a:ext cx="3063240" cy="1298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 = Mandatory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 = Desirable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 = Inessential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092440" y="123444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92440" y="1234440"/>
            <a:ext cx="73152" cy="182880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93608" y="1371600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Tahap III — TOE/HML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293608" y="1673352"/>
            <a:ext cx="3063240" cy="1298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Technical, Operational, Economic dinilai High/Medium/Low untuk melihat kelayakan.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22960" y="3886200"/>
            <a:ext cx="10561320" cy="1143000"/>
          </a:xfrm>
          <a:prstGeom prst="roundRect">
            <a:avLst>
              <a:gd name="adj" fmla="val 4800"/>
            </a:avLst>
          </a:prstGeom>
          <a:solidFill>
            <a:srgbClr val="FFF7D6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9264" y="3995928"/>
            <a:ext cx="10268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Final draft Djaitin berisi requirement utama: autentikasi, dashboard, tailor, RTW, konveksi, pembayaran, dokumen, produksi, pengiriman, laporan, dan audit log.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pic>
        <p:nvPicPr>
          <p:cNvPr id="4" name="Image 0" descr="/mnt/c/laragon/www/djaitin/docs/presentation/Presentasi-Djaitin/diagrams/logo-djait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46888"/>
            <a:ext cx="1143000" cy="576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UML Djaitin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828800" y="6537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SIM Konveksi • Tailor • Ready-to-Wear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66928" y="3931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Draft Requirement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85216" y="8046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Kelompok requirement final yang menjadi dasar UML.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" y="1143000"/>
            <a:ext cx="48920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1143000"/>
            <a:ext cx="73152" cy="896112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128016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Akun &amp; Dashboard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32688" y="1581912"/>
            <a:ext cx="457200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Login customer/staff, dashboard customer, dashboard office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63640" y="1143000"/>
            <a:ext cx="48920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63640" y="1143000"/>
            <a:ext cx="73152" cy="896112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4808" y="128016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Layanan Bisnis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64808" y="1581912"/>
            <a:ext cx="457200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Tailor/custom, katalog RTW, keranjang, checkout, order konveksi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31520" y="2468880"/>
            <a:ext cx="48920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2468880"/>
            <a:ext cx="73152" cy="896112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2688" y="260604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Pembayaran &amp; Dokumen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32688" y="2907792"/>
            <a:ext cx="457200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Tunai, transfer, verifikasi, nota, kwitansi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263640" y="2468880"/>
            <a:ext cx="48920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63640" y="2468880"/>
            <a:ext cx="73152" cy="896112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64808" y="260604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Aturan Bisnis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464808" y="2907792"/>
            <a:ext cx="457200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DP tailor, pelunasan sebelum ambil, full payment konveksi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31520" y="3794760"/>
            <a:ext cx="48920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1520" y="3794760"/>
            <a:ext cx="73152" cy="896112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2688" y="39319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Administrasi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32688" y="4233672"/>
            <a:ext cx="457200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Data pelanggan, ukuran, produk, bahan, model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263640" y="3794760"/>
            <a:ext cx="48920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794760"/>
            <a:ext cx="73152" cy="896112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64808" y="39319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Monitoring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464808" y="4233672"/>
            <a:ext cx="457200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Laporan operasional, pengiriman, notifikasi, audit log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pic>
        <p:nvPicPr>
          <p:cNvPr id="4" name="Image 0" descr="/mnt/c/laragon/www/djaitin/docs/presentation/Presentasi-Djaitin/diagrams/logo-djait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146304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42316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02 • Use Case Diagram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04672" y="31363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BFF"/>
                </a:solidFill>
              </a:rPr>
              <a:t>Taruh hasil export use case diagram dari draw.io pada placeholder berikut.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 rot="1500000">
            <a:off x="8503920" y="-365760"/>
            <a:ext cx="3931920" cy="3931920"/>
          </a:xfrm>
          <a:prstGeom prst="arc">
            <a:avLst/>
          </a:prstGeom>
          <a:noFill/>
          <a:ln w="88900">
            <a:solidFill>
              <a:srgbClr val="FFD21A">
                <a:alpha val="88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pic>
        <p:nvPicPr>
          <p:cNvPr id="4" name="Image 0" descr="/mnt/c/laragon/www/djaitin/docs/presentation/Presentasi-Djaitin/diagrams/logo-djait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46888"/>
            <a:ext cx="1143000" cy="576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UML Djaitin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828800" y="6537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SIM Konveksi • Tailor • Ready-to-Wear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66928" y="3931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 Diagram — Ringkasan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85216" y="8046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Gunakan slide ini untuk menjelaskan aktor dan modul use case.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" y="1143000"/>
            <a:ext cx="2926080" cy="438912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1143000"/>
            <a:ext cx="73152" cy="43891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1280160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Aktor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32688" y="1581912"/>
            <a:ext cx="2606040" cy="3858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Guest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Customer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Staff/Kasir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Produksi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Admin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Owner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86200" y="1143000"/>
            <a:ext cx="3566160" cy="43891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86200" y="1143000"/>
            <a:ext cx="73152" cy="438912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87368" y="1280160"/>
            <a:ext cx="3246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Boundary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087368" y="1581912"/>
            <a:ext cx="3246120" cy="3858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Sistem Djaitin menjadi boundary. Actor “Sistem” tidak dipakai karena bukan entitas eksternal.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680960" y="1143000"/>
            <a:ext cx="3566160" cy="43891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80960" y="1143000"/>
            <a:ext cx="73152" cy="43891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82128" y="1280160"/>
            <a:ext cx="3246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Relasi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882128" y="1581912"/>
            <a:ext cx="3246120" cy="3858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Association: aktor memakai fitur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&lt;&lt;include&gt;&gt;: langkah wajib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&lt;&lt;extend&gt;&gt;: langkah opsional/kondisional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pic>
        <p:nvPicPr>
          <p:cNvPr id="4" name="Image 0" descr="/mnt/c/laragon/www/djaitin/docs/presentation/Presentasi-Djaitin/diagrams/logo-djait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46888"/>
            <a:ext cx="1143000" cy="576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UML Djaitin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828800" y="6537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SIM Konveksi • Tailor • Ready-to-Wear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66928" y="3931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 Diagram — Placeholder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85216" y="8046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Export dari docs/drawio/use-case-diagrams.drawio lalu masukkan ke area ini.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1143000"/>
            <a:ext cx="10927080" cy="5166360"/>
          </a:xfrm>
          <a:prstGeom prst="roundRect">
            <a:avLst>
              <a:gd name="adj" fmla="val 1062"/>
            </a:avLst>
          </a:prstGeom>
          <a:solidFill>
            <a:srgbClr val="FFFFFF"/>
          </a:solidFill>
          <a:ln w="15240">
            <a:solidFill>
              <a:srgbClr val="2F70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1325880"/>
            <a:ext cx="10561320" cy="4800600"/>
          </a:xfrm>
          <a:prstGeom prst="roundRect">
            <a:avLst>
              <a:gd name="adj" fmla="val 762"/>
            </a:avLst>
          </a:prstGeom>
          <a:solidFill>
            <a:srgbClr val="F3F8FF"/>
          </a:solidFill>
          <a:ln w="8890">
            <a:solidFill>
              <a:srgbClr val="BFD7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3470148"/>
            <a:ext cx="10287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70B8"/>
                </a:solidFill>
              </a:rPr>
              <a:t>PLACEHOLDER: USE CASE DIAGRAM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05840" y="3799332"/>
            <a:ext cx="10195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Masukkan gambar use case diagram utama / gabungan / page pilihan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pic>
        <p:nvPicPr>
          <p:cNvPr id="4" name="Image 0" descr="/mnt/c/laragon/www/djaitin/docs/presentation/Presentasi-Djaitin/diagrams/logo-djait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146304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42316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03 • Activity Diagram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04672" y="31363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BFF"/>
                </a:solidFill>
              </a:rPr>
              <a:t>Taruh hasil export activity diagram dari draw.io pada placeholder berikut.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 rot="1500000">
            <a:off x="8503920" y="-365760"/>
            <a:ext cx="3931920" cy="3931920"/>
          </a:xfrm>
          <a:prstGeom prst="arc">
            <a:avLst/>
          </a:prstGeom>
          <a:noFill/>
          <a:ln w="88900">
            <a:solidFill>
              <a:srgbClr val="FFD21A">
                <a:alpha val="88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pic>
        <p:nvPicPr>
          <p:cNvPr id="4" name="Image 0" descr="/mnt/c/laragon/www/djaitin/docs/presentation/Presentasi-Djaitin/diagrams/logo-djait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46888"/>
            <a:ext cx="1143000" cy="576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UML Djaitin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828800" y="6537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SIM Konveksi • Tailor • Ready-to-Wear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66928" y="3931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Diagram — Ringkasan Alur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85216" y="8046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Swimlane digunakan untuk membedakan tanggung jawab Customer, Sistem, Staff, Produksi, Admin, Owner.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7240" y="1325880"/>
            <a:ext cx="32461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1325880"/>
            <a:ext cx="73152" cy="9601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8408" y="146304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AD-1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78408" y="1764792"/>
            <a:ext cx="292608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Order Tailor / Custom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480560" y="1325880"/>
            <a:ext cx="32461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0" y="1325880"/>
            <a:ext cx="73152" cy="96012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81728" y="146304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AD-2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681728" y="1764792"/>
            <a:ext cx="292608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Checkout Ready-to-Wear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183880" y="1325880"/>
            <a:ext cx="32461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83880" y="1325880"/>
            <a:ext cx="73152" cy="9601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85048" y="146304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AD-3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385048" y="1764792"/>
            <a:ext cx="292608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Order Konveksi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77240" y="2834640"/>
            <a:ext cx="32461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" y="2834640"/>
            <a:ext cx="73152" cy="96012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8408" y="297180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AD-4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78408" y="3273552"/>
            <a:ext cx="292608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Verifikasi Pembayaran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480560" y="2834640"/>
            <a:ext cx="32461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480560" y="2834640"/>
            <a:ext cx="73152" cy="9601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81728" y="297180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AD-5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681728" y="3273552"/>
            <a:ext cx="292608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Produksi &amp; Pengiriman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183880" y="2834640"/>
            <a:ext cx="32461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183880" y="2834640"/>
            <a:ext cx="73152" cy="96012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85048" y="297180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AD-6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8385048" y="3273552"/>
            <a:ext cx="292608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Master Data &amp; Laporan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914400" y="4983480"/>
            <a:ext cx="10287000" cy="685800"/>
          </a:xfrm>
          <a:prstGeom prst="roundRect">
            <a:avLst>
              <a:gd name="adj" fmla="val 8000"/>
            </a:avLst>
          </a:prstGeom>
          <a:solidFill>
            <a:srgbClr val="FFF7D6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60704" y="5093208"/>
            <a:ext cx="9994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Setiap activity harus memiliki start node, end node, action, decision, dan container/swimlane per bagian.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pic>
        <p:nvPicPr>
          <p:cNvPr id="4" name="Image 0" descr="/mnt/c/laragon/www/djaitin/docs/presentation/Presentasi-Djaitin/diagrams/logo-djait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46888"/>
            <a:ext cx="1143000" cy="576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UML Djaitin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828800" y="6537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SIM Konveksi • Tailor • Ready-to-Wear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66928" y="3931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Diagram — Placeholder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85216" y="8046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Export dari docs/drawio/activity-diagrams.drawio lalu masukkan ke area ini.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1143000"/>
            <a:ext cx="10927080" cy="5166360"/>
          </a:xfrm>
          <a:prstGeom prst="roundRect">
            <a:avLst>
              <a:gd name="adj" fmla="val 1062"/>
            </a:avLst>
          </a:prstGeom>
          <a:solidFill>
            <a:srgbClr val="FFFFFF"/>
          </a:solidFill>
          <a:ln w="15240">
            <a:solidFill>
              <a:srgbClr val="2F70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1325880"/>
            <a:ext cx="10561320" cy="4800600"/>
          </a:xfrm>
          <a:prstGeom prst="roundRect">
            <a:avLst>
              <a:gd name="adj" fmla="val 762"/>
            </a:avLst>
          </a:prstGeom>
          <a:solidFill>
            <a:srgbClr val="F3F8FF"/>
          </a:solidFill>
          <a:ln w="8890">
            <a:solidFill>
              <a:srgbClr val="BFD7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3470148"/>
            <a:ext cx="10287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70B8"/>
                </a:solidFill>
              </a:rPr>
              <a:t>PLACEHOLDER: ACTIVITY DIAGRAM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05840" y="3799332"/>
            <a:ext cx="10195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Masukkan gambar activity diagram yang ingin dipresentasikan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pic>
        <p:nvPicPr>
          <p:cNvPr id="4" name="Image 0" descr="/mnt/c/laragon/www/djaitin/docs/presentation/Presentasi-Djaitin/diagrams/logo-djait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146304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42316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04 • Sequence Diagram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04672" y="31363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BFF"/>
                </a:solidFill>
              </a:rPr>
              <a:t>Gunakan Mermaid image light mode, transparent OFF, agar kompatibel saat export.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 rot="1500000">
            <a:off x="8503920" y="-365760"/>
            <a:ext cx="3931920" cy="3931920"/>
          </a:xfrm>
          <a:prstGeom prst="arc">
            <a:avLst/>
          </a:prstGeom>
          <a:noFill/>
          <a:ln w="88900">
            <a:solidFill>
              <a:srgbClr val="FFD21A">
                <a:alpha val="88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pic>
        <p:nvPicPr>
          <p:cNvPr id="4" name="Image 0" descr="/mnt/c/laragon/www/djaitin/docs/presentation/Presentasi-Djaitin/diagrams/logo-djait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46888"/>
            <a:ext cx="1143000" cy="576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UML Djaitin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828800" y="6537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SIM Konveksi • Tailor • Ready-to-Wear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66928" y="3931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 Diagram — Daftar Skenario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85216" y="8046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Diagram tersedia pada folder diagrams/svg-sequence.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7240" y="1143000"/>
            <a:ext cx="4892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1143000"/>
            <a:ext cx="73152" cy="82296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8408" y="128016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SD-1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78408" y="1581912"/>
            <a:ext cx="45720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Login Pengguna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09360" y="1143000"/>
            <a:ext cx="4892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09360" y="1143000"/>
            <a:ext cx="73152" cy="82296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10528" y="128016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SD-2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510528" y="1581912"/>
            <a:ext cx="45720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Order Tailor dan Pembayaran DP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77240" y="2377440"/>
            <a:ext cx="4892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2377440"/>
            <a:ext cx="73152" cy="82296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8408" y="251460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SD-3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78408" y="2816352"/>
            <a:ext cx="45720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Checkout Ready-to-Wear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309360" y="2377440"/>
            <a:ext cx="4892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09360" y="2377440"/>
            <a:ext cx="73152" cy="82296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10528" y="251460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SD-4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510528" y="2816352"/>
            <a:ext cx="45720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Pengajuan Order Konveksi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77240" y="3611880"/>
            <a:ext cx="4892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7240" y="3611880"/>
            <a:ext cx="73152" cy="82296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78408" y="374904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SD-5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78408" y="4050792"/>
            <a:ext cx="45720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Verifikasi Pembayaran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309360" y="3611880"/>
            <a:ext cx="4892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09360" y="3611880"/>
            <a:ext cx="73152" cy="82296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10528" y="374904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SD-6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510528" y="4050792"/>
            <a:ext cx="45720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Produksi dan Pengiriman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pic>
        <p:nvPicPr>
          <p:cNvPr id="4" name="Image 0" descr="/mnt/c/laragon/www/djaitin/docs/presentation/Presentasi-Djaitin/diagrams/logo-djait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46888"/>
            <a:ext cx="1143000" cy="576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UML Djaitin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828800" y="6537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SIM Konveksi • Tailor • Ready-to-Wear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66928" y="3931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 Diagram — Placeholder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85216" y="8046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Masukkan SVG/PNG sequence diagram yang sudah diexport dari Mermaid/draw.io.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1143000"/>
            <a:ext cx="10927080" cy="5166360"/>
          </a:xfrm>
          <a:prstGeom prst="roundRect">
            <a:avLst>
              <a:gd name="adj" fmla="val 1062"/>
            </a:avLst>
          </a:prstGeom>
          <a:solidFill>
            <a:srgbClr val="FFFFFF"/>
          </a:solidFill>
          <a:ln w="15240">
            <a:solidFill>
              <a:srgbClr val="2F70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1325880"/>
            <a:ext cx="10561320" cy="4800600"/>
          </a:xfrm>
          <a:prstGeom prst="roundRect">
            <a:avLst>
              <a:gd name="adj" fmla="val 762"/>
            </a:avLst>
          </a:prstGeom>
          <a:solidFill>
            <a:srgbClr val="F3F8FF"/>
          </a:solidFill>
          <a:ln w="8890">
            <a:solidFill>
              <a:srgbClr val="BFD7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3470148"/>
            <a:ext cx="10287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70B8"/>
                </a:solidFill>
              </a:rPr>
              <a:t>PLACEHOLDER: SEQUENCE DIAGRAM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05840" y="3799332"/>
            <a:ext cx="10195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Rekomendasi: pilih 1–2 skenario paling penting, misalnya Order Konveksi dan Verifikasi Pembayaran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pic>
        <p:nvPicPr>
          <p:cNvPr id="4" name="Image 0" descr="/mnt/c/laragon/www/djaitin/docs/presentation/Presentasi-Djaitin/diagrams/logo-djait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146304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42316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05 • Class Diagram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04672" y="31363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BFF"/>
                </a:solidFill>
              </a:rPr>
              <a:t>Gunakan Mermaid image light mode, transparent OFF, agar class box tetap terbaca.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 rot="1500000">
            <a:off x="8503920" y="-365760"/>
            <a:ext cx="3931920" cy="3931920"/>
          </a:xfrm>
          <a:prstGeom prst="arc">
            <a:avLst/>
          </a:prstGeom>
          <a:noFill/>
          <a:ln w="88900">
            <a:solidFill>
              <a:srgbClr val="FFD21A">
                <a:alpha val="88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pic>
        <p:nvPicPr>
          <p:cNvPr id="4" name="Image 0" descr="/mnt/c/laragon/www/djaitin/docs/presentation/Presentasi-Djaitin/diagrams/logo-djait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46888"/>
            <a:ext cx="1143000" cy="576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UML Djaitin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828800" y="6537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SIM Konveksi • Tailor • Ready-to-Wear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66928" y="3931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Diagram — Placeholder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85216" y="8046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Masukkan SVG class diagram dari folder diagrams/svg-class.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1024128"/>
            <a:ext cx="1120140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5240">
            <a:solidFill>
              <a:srgbClr val="2F70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1207008"/>
            <a:ext cx="10835640" cy="5029200"/>
          </a:xfrm>
          <a:prstGeom prst="roundRect">
            <a:avLst>
              <a:gd name="adj" fmla="val 727"/>
            </a:avLst>
          </a:prstGeom>
          <a:solidFill>
            <a:srgbClr val="F3F8FF"/>
          </a:solidFill>
          <a:ln w="8890">
            <a:solidFill>
              <a:srgbClr val="BFD7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465576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70B8"/>
                </a:solidFill>
              </a:rPr>
              <a:t>PLACEHOLDER: CLASS DIAGRAM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" y="3794760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Jika terlalu besar, crop/zoom bagian domain utama: User, Customer, Order, Payment, Product, Shipment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pic>
        <p:nvPicPr>
          <p:cNvPr id="4" name="Image 0" descr="/mnt/c/laragon/www/djaitin/docs/presentation/Presentasi-Djaitin/diagrams/logo-djait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46888"/>
            <a:ext cx="1143000" cy="576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UML Djaitin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828800" y="6537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SIM Konveksi • Tailor • Ready-to-Wear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66928" y="3931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Diagram — Narasi Penjelasan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85216" y="8046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Gunakan slide ini untuk menjelaskan relasi penting tanpa menampilkan diagram terlalu kecil.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" y="1143000"/>
            <a:ext cx="3337560" cy="347472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1143000"/>
            <a:ext cx="73152" cy="34747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1280160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Akun &amp; Customer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32688" y="1581912"/>
            <a:ext cx="3017520" cy="2944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User terhubung ke Customer, Address, Measurement, dan Cart.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434840" y="1143000"/>
            <a:ext cx="3337560" cy="347472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1143000"/>
            <a:ext cx="73152" cy="347472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36008" y="1280160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Order &amp; Transaksi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636008" y="1581912"/>
            <a:ext cx="3017520" cy="2944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Order memiliki OrderItem, Payment, Shipment, dan OrderAttachment.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138160" y="1143000"/>
            <a:ext cx="3337560" cy="347472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38160" y="1143000"/>
            <a:ext cx="73152" cy="34747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39328" y="1280160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Master Data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339328" y="1581912"/>
            <a:ext cx="3017520" cy="2944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Product, Fabric, GarmentModel, Courier, DiscountPolicy, dan AuditLog mendukung operasional.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8680" y="5074920"/>
            <a:ext cx="10332720" cy="640080"/>
          </a:xfrm>
          <a:prstGeom prst="roundRect">
            <a:avLst>
              <a:gd name="adj" fmla="val 8571"/>
            </a:avLst>
          </a:prstGeom>
          <a:solidFill>
            <a:srgbClr val="FFF7D6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14984" y="5184648"/>
            <a:ext cx="10040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Notasi: + public, # protected, - private. Composition (*--), aggregation (o--), association (--&gt;), dependency (..&gt;).</a:t>
            </a:r>
            <a:endParaRPr lang="en-US" sz="10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pic>
        <p:nvPicPr>
          <p:cNvPr id="4" name="Image 0" descr="/mnt/c/laragon/www/djaitin/docs/presentation/Presentasi-Djaitin/diagrams/logo-djait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31520"/>
            <a:ext cx="1508760" cy="7589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057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Kesimpulan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41248" y="2788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CEBFF"/>
                </a:solidFill>
              </a:rPr>
              <a:t>UML Djaitin merepresentasikan kebutuhan final sistem: layanan tailor, ready-to-wear, konveksi, pembayaran, dokumen, produksi, pengiriman, laporan, dan audit.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41248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21A"/>
                </a:solidFill>
              </a:rPr>
              <a:t>Terima kasih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Djaitin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Presentasi UML Djaitin</dc:title>
  <dc:subject>Template Presentasi UML Djaitin</dc:subject>
  <dc:creator>Djaitin Team</dc:creator>
  <cp:lastModifiedBy>Djaitin Team</cp:lastModifiedBy>
  <cp:revision>1</cp:revision>
  <dcterms:created xsi:type="dcterms:W3CDTF">2026-05-26T09:34:04Z</dcterms:created>
  <dcterms:modified xsi:type="dcterms:W3CDTF">2026-05-26T09:34:04Z</dcterms:modified>
</cp:coreProperties>
</file>